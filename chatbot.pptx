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323" r:id="rId4"/>
    <p:sldId id="322" r:id="rId5"/>
    <p:sldId id="321" r:id="rId6"/>
    <p:sldId id="325" r:id="rId7"/>
    <p:sldId id="324" r:id="rId8"/>
    <p:sldId id="281" r:id="rId9"/>
    <p:sldId id="32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689B8-210D-4574-96A3-FE345F7E0E3D}" v="26" dt="2025-05-31T02:31:15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al jain" userId="a37be9f5854fe837" providerId="LiveId" clId="{0FB689B8-210D-4574-96A3-FE345F7E0E3D}"/>
    <pc:docChg chg="undo custSel modSld">
      <pc:chgData name="hiral jain" userId="a37be9f5854fe837" providerId="LiveId" clId="{0FB689B8-210D-4574-96A3-FE345F7E0E3D}" dt="2025-05-31T02:42:25.716" v="579" actId="1076"/>
      <pc:docMkLst>
        <pc:docMk/>
      </pc:docMkLst>
      <pc:sldChg chg="addSp delSp modSp mod">
        <pc:chgData name="hiral jain" userId="a37be9f5854fe837" providerId="LiveId" clId="{0FB689B8-210D-4574-96A3-FE345F7E0E3D}" dt="2025-05-31T02:42:25.716" v="579" actId="1076"/>
        <pc:sldMkLst>
          <pc:docMk/>
          <pc:sldMk cId="356244432" sldId="321"/>
        </pc:sldMkLst>
        <pc:picChg chg="del">
          <ac:chgData name="hiral jain" userId="a37be9f5854fe837" providerId="LiveId" clId="{0FB689B8-210D-4574-96A3-FE345F7E0E3D}" dt="2025-05-31T02:42:17.521" v="575" actId="478"/>
          <ac:picMkLst>
            <pc:docMk/>
            <pc:sldMk cId="356244432" sldId="321"/>
            <ac:picMk id="4" creationId="{7B117C1B-65FA-5204-6E96-1655FC627EB7}"/>
          </ac:picMkLst>
        </pc:picChg>
        <pc:picChg chg="add mod">
          <ac:chgData name="hiral jain" userId="a37be9f5854fe837" providerId="LiveId" clId="{0FB689B8-210D-4574-96A3-FE345F7E0E3D}" dt="2025-05-31T02:42:25.716" v="579" actId="1076"/>
          <ac:picMkLst>
            <pc:docMk/>
            <pc:sldMk cId="356244432" sldId="321"/>
            <ac:picMk id="7" creationId="{5D192D02-25CE-6869-885C-A9005BD0A1AF}"/>
          </ac:picMkLst>
        </pc:picChg>
      </pc:sldChg>
      <pc:sldChg chg="modSp mod">
        <pc:chgData name="hiral jain" userId="a37be9f5854fe837" providerId="LiveId" clId="{0FB689B8-210D-4574-96A3-FE345F7E0E3D}" dt="2025-05-31T02:32:17.980" v="574" actId="20577"/>
        <pc:sldMkLst>
          <pc:docMk/>
          <pc:sldMk cId="1146543619" sldId="324"/>
        </pc:sldMkLst>
        <pc:graphicFrameChg chg="modGraphic">
          <ac:chgData name="hiral jain" userId="a37be9f5854fe837" providerId="LiveId" clId="{0FB689B8-210D-4574-96A3-FE345F7E0E3D}" dt="2025-05-31T02:32:17.980" v="574" actId="20577"/>
          <ac:graphicFrameMkLst>
            <pc:docMk/>
            <pc:sldMk cId="1146543619" sldId="324"/>
            <ac:graphicFrameMk id="7" creationId="{B07640D8-64C8-1B19-A889-81381AEFDFF3}"/>
          </ac:graphicFrameMkLst>
        </pc:graphicFrameChg>
      </pc:sldChg>
      <pc:sldChg chg="addSp delSp modSp mod">
        <pc:chgData name="hiral jain" userId="a37be9f5854fe837" providerId="LiveId" clId="{0FB689B8-210D-4574-96A3-FE345F7E0E3D}" dt="2025-05-31T02:31:55.058" v="569" actId="20577"/>
        <pc:sldMkLst>
          <pc:docMk/>
          <pc:sldMk cId="2003753263" sldId="326"/>
        </pc:sldMkLst>
        <pc:spChg chg="add mod">
          <ac:chgData name="hiral jain" userId="a37be9f5854fe837" providerId="LiveId" clId="{0FB689B8-210D-4574-96A3-FE345F7E0E3D}" dt="2025-05-31T02:25:05.583" v="485" actId="1076"/>
          <ac:spMkLst>
            <pc:docMk/>
            <pc:sldMk cId="2003753263" sldId="326"/>
            <ac:spMk id="2" creationId="{001568C3-4D28-453E-9B81-6B60CE144C99}"/>
          </ac:spMkLst>
        </pc:spChg>
        <pc:spChg chg="add del mod">
          <ac:chgData name="hiral jain" userId="a37be9f5854fe837" providerId="LiveId" clId="{0FB689B8-210D-4574-96A3-FE345F7E0E3D}" dt="2025-05-31T01:51:05.368" v="163" actId="478"/>
          <ac:spMkLst>
            <pc:docMk/>
            <pc:sldMk cId="2003753263" sldId="326"/>
            <ac:spMk id="3" creationId="{B269EAA2-C4C4-010A-6F02-10863F15AB59}"/>
          </ac:spMkLst>
        </pc:spChg>
        <pc:spChg chg="add del mod">
          <ac:chgData name="hiral jain" userId="a37be9f5854fe837" providerId="LiveId" clId="{0FB689B8-210D-4574-96A3-FE345F7E0E3D}" dt="2025-05-31T01:50:49.328" v="158" actId="478"/>
          <ac:spMkLst>
            <pc:docMk/>
            <pc:sldMk cId="2003753263" sldId="326"/>
            <ac:spMk id="4" creationId="{49369A14-5BF8-AA7C-3AC5-3F51FA02C724}"/>
          </ac:spMkLst>
        </pc:spChg>
        <pc:spChg chg="add mod">
          <ac:chgData name="hiral jain" userId="a37be9f5854fe837" providerId="LiveId" clId="{0FB689B8-210D-4574-96A3-FE345F7E0E3D}" dt="2025-05-31T02:26:04.976" v="500" actId="1076"/>
          <ac:spMkLst>
            <pc:docMk/>
            <pc:sldMk cId="2003753263" sldId="326"/>
            <ac:spMk id="6" creationId="{F0632E95-E32A-89A9-CB61-2701CB0F13A7}"/>
          </ac:spMkLst>
        </pc:spChg>
        <pc:spChg chg="add del mod">
          <ac:chgData name="hiral jain" userId="a37be9f5854fe837" providerId="LiveId" clId="{0FB689B8-210D-4574-96A3-FE345F7E0E3D}" dt="2025-05-31T01:51:37.760" v="170" actId="478"/>
          <ac:spMkLst>
            <pc:docMk/>
            <pc:sldMk cId="2003753263" sldId="326"/>
            <ac:spMk id="7" creationId="{2A7D2F3C-5225-C641-067A-23EC07CF8CF5}"/>
          </ac:spMkLst>
        </pc:spChg>
        <pc:spChg chg="add mod">
          <ac:chgData name="hiral jain" userId="a37be9f5854fe837" providerId="LiveId" clId="{0FB689B8-210D-4574-96A3-FE345F7E0E3D}" dt="2025-05-31T02:25:21.836" v="489" actId="1076"/>
          <ac:spMkLst>
            <pc:docMk/>
            <pc:sldMk cId="2003753263" sldId="326"/>
            <ac:spMk id="8" creationId="{FD09040C-15F0-5194-19F8-59F4143459EE}"/>
          </ac:spMkLst>
        </pc:spChg>
        <pc:spChg chg="add mod">
          <ac:chgData name="hiral jain" userId="a37be9f5854fe837" providerId="LiveId" clId="{0FB689B8-210D-4574-96A3-FE345F7E0E3D}" dt="2025-05-31T02:26:12.645" v="503" actId="1076"/>
          <ac:spMkLst>
            <pc:docMk/>
            <pc:sldMk cId="2003753263" sldId="326"/>
            <ac:spMk id="9" creationId="{5E40B96E-CB24-08B5-4810-688674147A1A}"/>
          </ac:spMkLst>
        </pc:spChg>
        <pc:spChg chg="add del mod">
          <ac:chgData name="hiral jain" userId="a37be9f5854fe837" providerId="LiveId" clId="{0FB689B8-210D-4574-96A3-FE345F7E0E3D}" dt="2025-05-31T01:47:15.015" v="91" actId="478"/>
          <ac:spMkLst>
            <pc:docMk/>
            <pc:sldMk cId="2003753263" sldId="326"/>
            <ac:spMk id="10" creationId="{E016E1D5-BAA0-36AB-8AE6-F35C2DBDD889}"/>
          </ac:spMkLst>
        </pc:spChg>
        <pc:spChg chg="add del mod">
          <ac:chgData name="hiral jain" userId="a37be9f5854fe837" providerId="LiveId" clId="{0FB689B8-210D-4574-96A3-FE345F7E0E3D}" dt="2025-05-31T01:42:21.587" v="45" actId="478"/>
          <ac:spMkLst>
            <pc:docMk/>
            <pc:sldMk cId="2003753263" sldId="326"/>
            <ac:spMk id="11" creationId="{C7E34F0B-F7D6-AB02-4B02-7ABC22AF061C}"/>
          </ac:spMkLst>
        </pc:spChg>
        <pc:spChg chg="add del mod">
          <ac:chgData name="hiral jain" userId="a37be9f5854fe837" providerId="LiveId" clId="{0FB689B8-210D-4574-96A3-FE345F7E0E3D}" dt="2025-05-31T01:51:07.619" v="164" actId="478"/>
          <ac:spMkLst>
            <pc:docMk/>
            <pc:sldMk cId="2003753263" sldId="326"/>
            <ac:spMk id="12" creationId="{02651023-B9C5-29C0-9469-9223A57BE9CB}"/>
          </ac:spMkLst>
        </pc:spChg>
        <pc:spChg chg="add del mod">
          <ac:chgData name="hiral jain" userId="a37be9f5854fe837" providerId="LiveId" clId="{0FB689B8-210D-4574-96A3-FE345F7E0E3D}" dt="2025-05-31T01:50:53.974" v="160" actId="478"/>
          <ac:spMkLst>
            <pc:docMk/>
            <pc:sldMk cId="2003753263" sldId="326"/>
            <ac:spMk id="13" creationId="{4982B305-D1B6-CB57-137C-4459A2D2C3DF}"/>
          </ac:spMkLst>
        </pc:spChg>
        <pc:spChg chg="add del mod">
          <ac:chgData name="hiral jain" userId="a37be9f5854fe837" providerId="LiveId" clId="{0FB689B8-210D-4574-96A3-FE345F7E0E3D}" dt="2025-05-31T01:50:51.948" v="159" actId="478"/>
          <ac:spMkLst>
            <pc:docMk/>
            <pc:sldMk cId="2003753263" sldId="326"/>
            <ac:spMk id="14" creationId="{D670D39C-0AE8-966E-37B0-8201C2AF342B}"/>
          </ac:spMkLst>
        </pc:spChg>
        <pc:spChg chg="add del mod">
          <ac:chgData name="hiral jain" userId="a37be9f5854fe837" providerId="LiveId" clId="{0FB689B8-210D-4574-96A3-FE345F7E0E3D}" dt="2025-05-31T01:45:47.226" v="86" actId="478"/>
          <ac:spMkLst>
            <pc:docMk/>
            <pc:sldMk cId="2003753263" sldId="326"/>
            <ac:spMk id="15" creationId="{505C91FE-BC17-FCAA-323B-92843AA947FF}"/>
          </ac:spMkLst>
        </pc:spChg>
        <pc:spChg chg="add del mod">
          <ac:chgData name="hiral jain" userId="a37be9f5854fe837" providerId="LiveId" clId="{0FB689B8-210D-4574-96A3-FE345F7E0E3D}" dt="2025-05-31T01:45:44.863" v="85" actId="478"/>
          <ac:spMkLst>
            <pc:docMk/>
            <pc:sldMk cId="2003753263" sldId="326"/>
            <ac:spMk id="16" creationId="{D180E060-D553-BACA-FB53-40FEC43E0058}"/>
          </ac:spMkLst>
        </pc:spChg>
        <pc:spChg chg="add del mod">
          <ac:chgData name="hiral jain" userId="a37be9f5854fe837" providerId="LiveId" clId="{0FB689B8-210D-4574-96A3-FE345F7E0E3D}" dt="2025-05-31T01:51:18.836" v="168" actId="478"/>
          <ac:spMkLst>
            <pc:docMk/>
            <pc:sldMk cId="2003753263" sldId="326"/>
            <ac:spMk id="17" creationId="{EC63AD1D-8C4D-39BC-F25C-785A775CF70D}"/>
          </ac:spMkLst>
        </pc:spChg>
        <pc:spChg chg="add del mod">
          <ac:chgData name="hiral jain" userId="a37be9f5854fe837" providerId="LiveId" clId="{0FB689B8-210D-4574-96A3-FE345F7E0E3D}" dt="2025-05-31T01:58:56.109" v="236"/>
          <ac:spMkLst>
            <pc:docMk/>
            <pc:sldMk cId="2003753263" sldId="326"/>
            <ac:spMk id="29" creationId="{81E79212-01D9-EF20-790F-6DB7C89BC688}"/>
          </ac:spMkLst>
        </pc:spChg>
        <pc:spChg chg="add mod">
          <ac:chgData name="hiral jain" userId="a37be9f5854fe837" providerId="LiveId" clId="{0FB689B8-210D-4574-96A3-FE345F7E0E3D}" dt="2025-05-31T02:26:09.854" v="502" actId="1076"/>
          <ac:spMkLst>
            <pc:docMk/>
            <pc:sldMk cId="2003753263" sldId="326"/>
            <ac:spMk id="42" creationId="{D95935D0-0822-FB84-93E6-44DE47AE07AA}"/>
          </ac:spMkLst>
        </pc:spChg>
        <pc:spChg chg="add mod">
          <ac:chgData name="hiral jain" userId="a37be9f5854fe837" providerId="LiveId" clId="{0FB689B8-210D-4574-96A3-FE345F7E0E3D}" dt="2025-05-31T02:26:03.153" v="499" actId="1076"/>
          <ac:spMkLst>
            <pc:docMk/>
            <pc:sldMk cId="2003753263" sldId="326"/>
            <ac:spMk id="44" creationId="{8ACD8AA5-DAB4-6A55-8449-8E527A4DC430}"/>
          </ac:spMkLst>
        </pc:spChg>
        <pc:spChg chg="add mod">
          <ac:chgData name="hiral jain" userId="a37be9f5854fe837" providerId="LiveId" clId="{0FB689B8-210D-4574-96A3-FE345F7E0E3D}" dt="2025-05-31T02:26:00.520" v="498" actId="1076"/>
          <ac:spMkLst>
            <pc:docMk/>
            <pc:sldMk cId="2003753263" sldId="326"/>
            <ac:spMk id="45" creationId="{E948563A-58E0-0B43-68C4-6C6CEA054281}"/>
          </ac:spMkLst>
        </pc:spChg>
        <pc:spChg chg="add mod">
          <ac:chgData name="hiral jain" userId="a37be9f5854fe837" providerId="LiveId" clId="{0FB689B8-210D-4574-96A3-FE345F7E0E3D}" dt="2025-05-31T02:31:09.452" v="536" actId="20577"/>
          <ac:spMkLst>
            <pc:docMk/>
            <pc:sldMk cId="2003753263" sldId="326"/>
            <ac:spMk id="46" creationId="{4A1BBF48-B0E7-A9D4-01F0-AFCDC4808EA8}"/>
          </ac:spMkLst>
        </pc:spChg>
        <pc:spChg chg="add del mod">
          <ac:chgData name="hiral jain" userId="a37be9f5854fe837" providerId="LiveId" clId="{0FB689B8-210D-4574-96A3-FE345F7E0E3D}" dt="2025-05-31T02:23:44.358" v="467" actId="478"/>
          <ac:spMkLst>
            <pc:docMk/>
            <pc:sldMk cId="2003753263" sldId="326"/>
            <ac:spMk id="47" creationId="{13716A77-D9DA-BFAA-4D6B-0D9192E6AB76}"/>
          </ac:spMkLst>
        </pc:spChg>
        <pc:spChg chg="add mod">
          <ac:chgData name="hiral jain" userId="a37be9f5854fe837" providerId="LiveId" clId="{0FB689B8-210D-4574-96A3-FE345F7E0E3D}" dt="2025-05-31T02:31:00.334" v="524" actId="1076"/>
          <ac:spMkLst>
            <pc:docMk/>
            <pc:sldMk cId="2003753263" sldId="326"/>
            <ac:spMk id="48" creationId="{34B78B51-601C-1AD0-D042-A4BAA1759638}"/>
          </ac:spMkLst>
        </pc:spChg>
        <pc:spChg chg="add mod">
          <ac:chgData name="hiral jain" userId="a37be9f5854fe837" providerId="LiveId" clId="{0FB689B8-210D-4574-96A3-FE345F7E0E3D}" dt="2025-05-31T02:25:29.262" v="490" actId="1076"/>
          <ac:spMkLst>
            <pc:docMk/>
            <pc:sldMk cId="2003753263" sldId="326"/>
            <ac:spMk id="58" creationId="{B3B467AB-0BB2-9D7C-A109-6EDAAD32B4D2}"/>
          </ac:spMkLst>
        </pc:spChg>
        <pc:spChg chg="add mod">
          <ac:chgData name="hiral jain" userId="a37be9f5854fe837" providerId="LiveId" clId="{0FB689B8-210D-4574-96A3-FE345F7E0E3D}" dt="2025-05-31T02:31:55.058" v="569" actId="20577"/>
          <ac:spMkLst>
            <pc:docMk/>
            <pc:sldMk cId="2003753263" sldId="326"/>
            <ac:spMk id="78" creationId="{C39D7D3A-2DF0-AE43-EA2C-7FE8CBE108BF}"/>
          </ac:spMkLst>
        </pc:spChg>
        <pc:picChg chg="del">
          <ac:chgData name="hiral jain" userId="a37be9f5854fe837" providerId="LiveId" clId="{0FB689B8-210D-4574-96A3-FE345F7E0E3D}" dt="2025-05-31T01:38:11.203" v="14" actId="478"/>
          <ac:picMkLst>
            <pc:docMk/>
            <pc:sldMk cId="2003753263" sldId="326"/>
            <ac:picMk id="5" creationId="{4680D4B5-ECE3-5C23-52FE-722D37188E49}"/>
          </ac:picMkLst>
        </pc:picChg>
        <pc:cxnChg chg="add del">
          <ac:chgData name="hiral jain" userId="a37be9f5854fe837" providerId="LiveId" clId="{0FB689B8-210D-4574-96A3-FE345F7E0E3D}" dt="2025-05-31T01:47:32.807" v="93" actId="11529"/>
          <ac:cxnSpMkLst>
            <pc:docMk/>
            <pc:sldMk cId="2003753263" sldId="326"/>
            <ac:cxnSpMk id="19" creationId="{A3EA6F29-6DC9-1D7C-D481-EB451ADD328A}"/>
          </ac:cxnSpMkLst>
        </pc:cxnChg>
        <pc:cxnChg chg="add mod">
          <ac:chgData name="hiral jain" userId="a37be9f5854fe837" providerId="LiveId" clId="{0FB689B8-210D-4574-96A3-FE345F7E0E3D}" dt="2025-05-31T02:25:05.583" v="485" actId="1076"/>
          <ac:cxnSpMkLst>
            <pc:docMk/>
            <pc:sldMk cId="2003753263" sldId="326"/>
            <ac:cxnSpMk id="21" creationId="{17C68525-D72F-32EB-9B99-A7856259AD0C}"/>
          </ac:cxnSpMkLst>
        </pc:cxnChg>
        <pc:cxnChg chg="add del mod">
          <ac:chgData name="hiral jain" userId="a37be9f5854fe837" providerId="LiveId" clId="{0FB689B8-210D-4574-96A3-FE345F7E0E3D}" dt="2025-05-31T01:48:08.571" v="103" actId="478"/>
          <ac:cxnSpMkLst>
            <pc:docMk/>
            <pc:sldMk cId="2003753263" sldId="326"/>
            <ac:cxnSpMk id="22" creationId="{C3B434D0-1AF0-090B-00EC-508EC6461C7F}"/>
          </ac:cxnSpMkLst>
        </pc:cxnChg>
        <pc:cxnChg chg="add del mod">
          <ac:chgData name="hiral jain" userId="a37be9f5854fe837" providerId="LiveId" clId="{0FB689B8-210D-4574-96A3-FE345F7E0E3D}" dt="2025-05-31T01:48:05.151" v="102" actId="478"/>
          <ac:cxnSpMkLst>
            <pc:docMk/>
            <pc:sldMk cId="2003753263" sldId="326"/>
            <ac:cxnSpMk id="23" creationId="{F4D66102-9755-94BC-A723-A2A1CB73DC86}"/>
          </ac:cxnSpMkLst>
        </pc:cxnChg>
        <pc:cxnChg chg="add mod">
          <ac:chgData name="hiral jain" userId="a37be9f5854fe837" providerId="LiveId" clId="{0FB689B8-210D-4574-96A3-FE345F7E0E3D}" dt="2025-05-31T02:25:21.836" v="489" actId="1076"/>
          <ac:cxnSpMkLst>
            <pc:docMk/>
            <pc:sldMk cId="2003753263" sldId="326"/>
            <ac:cxnSpMk id="25" creationId="{78F6C442-09E2-C448-6E0D-E73E5317CE34}"/>
          </ac:cxnSpMkLst>
        </pc:cxnChg>
        <pc:cxnChg chg="add mod">
          <ac:chgData name="hiral jain" userId="a37be9f5854fe837" providerId="LiveId" clId="{0FB689B8-210D-4574-96A3-FE345F7E0E3D}" dt="2025-05-31T02:27:27.202" v="519" actId="14100"/>
          <ac:cxnSpMkLst>
            <pc:docMk/>
            <pc:sldMk cId="2003753263" sldId="326"/>
            <ac:cxnSpMk id="27" creationId="{A82336A9-BC60-0307-E49D-2DB26658D9BF}"/>
          </ac:cxnSpMkLst>
        </pc:cxnChg>
        <pc:cxnChg chg="add mod">
          <ac:chgData name="hiral jain" userId="a37be9f5854fe837" providerId="LiveId" clId="{0FB689B8-210D-4574-96A3-FE345F7E0E3D}" dt="2025-05-31T02:25:31.851" v="491" actId="1076"/>
          <ac:cxnSpMkLst>
            <pc:docMk/>
            <pc:sldMk cId="2003753263" sldId="326"/>
            <ac:cxnSpMk id="36" creationId="{C5623770-D0FB-A3E5-CCBD-46734728D5E0}"/>
          </ac:cxnSpMkLst>
        </pc:cxnChg>
        <pc:cxnChg chg="add mod">
          <ac:chgData name="hiral jain" userId="a37be9f5854fe837" providerId="LiveId" clId="{0FB689B8-210D-4574-96A3-FE345F7E0E3D}" dt="2025-05-31T02:25:34.828" v="492" actId="1076"/>
          <ac:cxnSpMkLst>
            <pc:docMk/>
            <pc:sldMk cId="2003753263" sldId="326"/>
            <ac:cxnSpMk id="38" creationId="{CB45D0C7-1019-6498-6776-F9B91CB15BB3}"/>
          </ac:cxnSpMkLst>
        </pc:cxnChg>
        <pc:cxnChg chg="add del mod">
          <ac:chgData name="hiral jain" userId="a37be9f5854fe837" providerId="LiveId" clId="{0FB689B8-210D-4574-96A3-FE345F7E0E3D}" dt="2025-05-31T02:00:52.372" v="260" actId="11529"/>
          <ac:cxnSpMkLst>
            <pc:docMk/>
            <pc:sldMk cId="2003753263" sldId="326"/>
            <ac:cxnSpMk id="40" creationId="{97F435A0-B895-C0A5-A9FD-FA6A896EF261}"/>
          </ac:cxnSpMkLst>
        </pc:cxnChg>
        <pc:cxnChg chg="add mod">
          <ac:chgData name="hiral jain" userId="a37be9f5854fe837" providerId="LiveId" clId="{0FB689B8-210D-4574-96A3-FE345F7E0E3D}" dt="2025-05-31T02:27:13.986" v="518" actId="14100"/>
          <ac:cxnSpMkLst>
            <pc:docMk/>
            <pc:sldMk cId="2003753263" sldId="326"/>
            <ac:cxnSpMk id="50" creationId="{B9E514CA-1E37-731E-11FC-D9918C603EDB}"/>
          </ac:cxnSpMkLst>
        </pc:cxnChg>
        <pc:cxnChg chg="add mod">
          <ac:chgData name="hiral jain" userId="a37be9f5854fe837" providerId="LiveId" clId="{0FB689B8-210D-4574-96A3-FE345F7E0E3D}" dt="2025-05-31T02:25:29.262" v="490" actId="1076"/>
          <ac:cxnSpMkLst>
            <pc:docMk/>
            <pc:sldMk cId="2003753263" sldId="326"/>
            <ac:cxnSpMk id="53" creationId="{895462D2-0E38-9996-66BF-5A897212975C}"/>
          </ac:cxnSpMkLst>
        </pc:cxnChg>
        <pc:cxnChg chg="add del mod">
          <ac:chgData name="hiral jain" userId="a37be9f5854fe837" providerId="LiveId" clId="{0FB689B8-210D-4574-96A3-FE345F7E0E3D}" dt="2025-05-31T02:24:08.712" v="475" actId="478"/>
          <ac:cxnSpMkLst>
            <pc:docMk/>
            <pc:sldMk cId="2003753263" sldId="326"/>
            <ac:cxnSpMk id="54" creationId="{F8FFF54C-4D15-FC9A-5392-7018542C6DC0}"/>
          </ac:cxnSpMkLst>
        </pc:cxnChg>
        <pc:cxnChg chg="add mod">
          <ac:chgData name="hiral jain" userId="a37be9f5854fe837" providerId="LiveId" clId="{0FB689B8-210D-4574-96A3-FE345F7E0E3D}" dt="2025-05-31T02:25:48.097" v="495" actId="14100"/>
          <ac:cxnSpMkLst>
            <pc:docMk/>
            <pc:sldMk cId="2003753263" sldId="326"/>
            <ac:cxnSpMk id="59" creationId="{0CE438A6-3970-C890-9B94-73C40590FCB9}"/>
          </ac:cxnSpMkLst>
        </pc:cxnChg>
        <pc:cxnChg chg="add mod">
          <ac:chgData name="hiral jain" userId="a37be9f5854fe837" providerId="LiveId" clId="{0FB689B8-210D-4574-96A3-FE345F7E0E3D}" dt="2025-05-31T02:26:18.273" v="504" actId="1076"/>
          <ac:cxnSpMkLst>
            <pc:docMk/>
            <pc:sldMk cId="2003753263" sldId="326"/>
            <ac:cxnSpMk id="66" creationId="{1C1A3395-BCF8-21D7-4969-51FA43566FA1}"/>
          </ac:cxnSpMkLst>
        </pc:cxnChg>
        <pc:cxnChg chg="add mod">
          <ac:chgData name="hiral jain" userId="a37be9f5854fe837" providerId="LiveId" clId="{0FB689B8-210D-4574-96A3-FE345F7E0E3D}" dt="2025-05-31T02:26:45.727" v="512" actId="14100"/>
          <ac:cxnSpMkLst>
            <pc:docMk/>
            <pc:sldMk cId="2003753263" sldId="326"/>
            <ac:cxnSpMk id="69" creationId="{98E5A61E-81D2-8CCC-CD6D-F1A5C95FB71A}"/>
          </ac:cxnSpMkLst>
        </pc:cxnChg>
        <pc:cxnChg chg="add mod">
          <ac:chgData name="hiral jain" userId="a37be9f5854fe837" providerId="LiveId" clId="{0FB689B8-210D-4574-96A3-FE345F7E0E3D}" dt="2025-05-31T02:26:37.955" v="510" actId="14100"/>
          <ac:cxnSpMkLst>
            <pc:docMk/>
            <pc:sldMk cId="2003753263" sldId="326"/>
            <ac:cxnSpMk id="70" creationId="{C9813A61-6B43-4E40-3EF5-EA37469D5B33}"/>
          </ac:cxnSpMkLst>
        </pc:cxnChg>
        <pc:cxnChg chg="add mod">
          <ac:chgData name="hiral jain" userId="a37be9f5854fe837" providerId="LiveId" clId="{0FB689B8-210D-4574-96A3-FE345F7E0E3D}" dt="2025-05-31T02:26:58.266" v="514" actId="1076"/>
          <ac:cxnSpMkLst>
            <pc:docMk/>
            <pc:sldMk cId="2003753263" sldId="326"/>
            <ac:cxnSpMk id="74" creationId="{E31FDBE6-0B06-2AA1-6B0F-5199DDBFFC3E}"/>
          </ac:cxnSpMkLst>
        </pc:cxnChg>
        <pc:cxnChg chg="add mod">
          <ac:chgData name="hiral jain" userId="a37be9f5854fe837" providerId="LiveId" clId="{0FB689B8-210D-4574-96A3-FE345F7E0E3D}" dt="2025-05-31T02:27:05.745" v="516" actId="1076"/>
          <ac:cxnSpMkLst>
            <pc:docMk/>
            <pc:sldMk cId="2003753263" sldId="326"/>
            <ac:cxnSpMk id="75" creationId="{BD9394A0-857D-2FBB-A785-400F9069AD5B}"/>
          </ac:cxnSpMkLst>
        </pc:cxnChg>
        <pc:cxnChg chg="add mod">
          <ac:chgData name="hiral jain" userId="a37be9f5854fe837" providerId="LiveId" clId="{0FB689B8-210D-4574-96A3-FE345F7E0E3D}" dt="2025-05-31T02:31:19.224" v="538" actId="1076"/>
          <ac:cxnSpMkLst>
            <pc:docMk/>
            <pc:sldMk cId="2003753263" sldId="326"/>
            <ac:cxnSpMk id="79" creationId="{C7404A44-3251-B374-761C-724497DD980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D75F-73F6-467C-8B5A-E96364E1170A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4ECA-A2DA-4C65-B4BB-80B02CF08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799" y="4343379"/>
            <a:ext cx="5486389" cy="411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F4ECA-A2DA-4C65-B4BB-80B02CF0864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564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54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5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31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51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33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95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2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1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1189201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18187" y="2814991"/>
            <a:ext cx="8755626" cy="14700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 kern="0" dirty="0">
                <a:solidFill>
                  <a:srgbClr val="4BACC6">
                    <a:lumMod val="75000"/>
                  </a:srgbClr>
                </a:solidFill>
              </a:rPr>
              <a:t>CHATGENIX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|</a:t>
            </a:r>
            <a:r>
              <a:rPr kumimoji="0" lang="en-US" sz="2800" b="1" i="0" u="none" strike="noStrike" kern="0" cap="none" spc="0" normalizeH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3001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| Chat-bot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2800" b="1" kern="0" dirty="0">
              <a:solidFill>
                <a:srgbClr val="4BACC6">
                  <a:lumMod val="75000"/>
                </a:srgbClr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Date: 28-05-2025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6811" y="4456329"/>
            <a:ext cx="4839764" cy="22730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Members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US" sz="2000" kern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Samreen</a:t>
            </a:r>
            <a:r>
              <a:rPr lang="en-US" sz="2000" kern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Fatima (23bd1a1256)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0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Vedasree</a:t>
            </a:r>
            <a:r>
              <a:rPr kumimoji="0" lang="en-US" sz="2000" i="0" u="none" strike="noStrike" kern="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US" sz="2000" i="0" u="none" strike="noStrike" kern="0" cap="none" spc="0" normalizeH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Ramaram</a:t>
            </a:r>
            <a:r>
              <a:rPr kumimoji="0" lang="en-US" sz="2000" i="0" u="none" strike="noStrike" kern="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(23bd1a1265)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US" sz="2000" kern="0" baseline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Hiral</a:t>
            </a:r>
            <a:r>
              <a:rPr lang="en-US" sz="2000" kern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Jain (23bd1a1222)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0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Manasa</a:t>
            </a:r>
            <a:r>
              <a:rPr kumimoji="0" lang="en-US" sz="2000" i="0" u="none" strike="noStrike" kern="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US" sz="2000" i="0" u="none" strike="noStrike" kern="0" cap="none" spc="0" normalizeH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Jalluri</a:t>
            </a:r>
            <a:r>
              <a:rPr kumimoji="0" lang="en-US" sz="2000" i="0" u="none" strike="noStrike" kern="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(23bd1a1223)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US" sz="2000" kern="0" baseline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Ch.sri</a:t>
            </a:r>
            <a:r>
              <a:rPr lang="en-US" sz="2000" kern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Charan</a:t>
            </a:r>
            <a:r>
              <a:rPr lang="en-US" sz="2000" kern="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 (23bd1a12c4)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51CFB20-BF85-80BD-477B-14C7A76949D5}"/>
              </a:ext>
            </a:extLst>
          </p:cNvPr>
          <p:cNvSpPr txBox="1">
            <a:spLocks/>
          </p:cNvSpPr>
          <p:nvPr/>
        </p:nvSpPr>
        <p:spPr>
          <a:xfrm>
            <a:off x="7028383" y="4456330"/>
            <a:ext cx="4610100" cy="22730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Mentors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Chatan</a:t>
            </a: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I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Tulasi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Harismitha</a:t>
            </a:r>
            <a:r>
              <a:rPr 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Eity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205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C3F8B0-6282-99B1-93A0-C4F705D327DE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5CB75-C0BF-49CC-2D4C-6D5FB9214585}"/>
              </a:ext>
            </a:extLst>
          </p:cNvPr>
          <p:cNvSpPr txBox="1"/>
          <p:nvPr/>
        </p:nvSpPr>
        <p:spPr>
          <a:xfrm>
            <a:off x="962965" y="845951"/>
            <a:ext cx="102660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Title Slide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Requirement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Expected Outcome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23661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12A0-BF48-2BD5-0527-690BC375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52095-1E06-92A6-8BED-8F94FD56D16C}"/>
              </a:ext>
            </a:extLst>
          </p:cNvPr>
          <p:cNvSpPr txBox="1"/>
          <p:nvPr/>
        </p:nvSpPr>
        <p:spPr>
          <a:xfrm>
            <a:off x="882944" y="214969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78560" y="3088640"/>
            <a:ext cx="954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-2" y="595651"/>
            <a:ext cx="1219200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Scope: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College Chat-bot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AI-powered virtual assistant designed to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 and accurate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related to college activities. It aims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query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reduce administrative workload, and enhance the overall communication experience for students and faculty.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involves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scraping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college website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https://kmit.in/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build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knowledge 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(Large Language Model)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chat-bot processes natural language queries and responds with relevant information. The chat-bot will be deployed on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college website or student portal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Target Technology Domain: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(AI):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Natural language processing (NLP) using LLMs.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Development: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Full-stack development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typescript 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</a:t>
            </a:r>
            <a:r>
              <a:rPr lang="en-US" altLang="en-US" dirty="0">
                <a:latin typeface="Arial" panose="020B0604020202020204" pitchFamily="34" charset="0"/>
              </a:rPr>
              <a:t>r frontend and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supabase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for backend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Engineering: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scraping and data storage.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Supabase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for access control.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b="1" dirty="0"/>
              <a:t>Authentication &amp; Security:</a:t>
            </a:r>
            <a:r>
              <a:rPr lang="en-US" dirty="0"/>
              <a:t> </a:t>
            </a:r>
            <a:r>
              <a:rPr lang="en-US" dirty="0" err="1"/>
              <a:t>Supabase</a:t>
            </a:r>
            <a:r>
              <a:rPr lang="en-US" dirty="0"/>
              <a:t> Auth + RLS (Row-Level Security)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lang="en-US" dirty="0"/>
              <a:t>RESTful API call directly to </a:t>
            </a:r>
            <a:r>
              <a:rPr lang="en-US" dirty="0" err="1"/>
              <a:t>Supabase</a:t>
            </a:r>
            <a:r>
              <a:rPr lang="en-US" dirty="0"/>
              <a:t> using the </a:t>
            </a:r>
            <a:r>
              <a:rPr lang="en-US" dirty="0" err="1"/>
              <a:t>Supabase</a:t>
            </a:r>
            <a:r>
              <a:rPr lang="en-US" dirty="0"/>
              <a:t> JS client.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7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1D33-2B83-9A0C-A740-5B3B2C40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C1023-E687-BA37-AA43-E14E164EC872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REQUIREMENT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830ED-44EF-C7F9-4825-04BEA9595FFE}"/>
              </a:ext>
            </a:extLst>
          </p:cNvPr>
          <p:cNvSpPr txBox="1"/>
          <p:nvPr/>
        </p:nvSpPr>
        <p:spPr>
          <a:xfrm>
            <a:off x="609601" y="774831"/>
            <a:ext cx="7398618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📌 Stakeholders (End Users):</a:t>
            </a:r>
          </a:p>
          <a:p>
            <a:r>
              <a:rPr lang="en-US" b="1" dirty="0"/>
              <a:t>Students:</a:t>
            </a:r>
            <a:r>
              <a:rPr lang="en-US" dirty="0"/>
              <a:t> </a:t>
            </a:r>
          </a:p>
          <a:p>
            <a:pPr lvl="1"/>
            <a:r>
              <a:rPr lang="en-US" sz="1600" dirty="0"/>
              <a:t>Access information about courses, faculty, events, and schedules.</a:t>
            </a:r>
          </a:p>
          <a:p>
            <a:pPr lvl="1"/>
            <a:r>
              <a:rPr lang="en-US" sz="1600" dirty="0"/>
              <a:t>Get updates on exam notifications, results, and announcements.</a:t>
            </a:r>
          </a:p>
          <a:p>
            <a:pPr lvl="1"/>
            <a:r>
              <a:rPr lang="en-US" sz="1600" dirty="0"/>
              <a:t>Ask general college-related queries.</a:t>
            </a:r>
          </a:p>
          <a:p>
            <a:r>
              <a:rPr lang="en-US" b="1" dirty="0"/>
              <a:t>Faculty/Admin:</a:t>
            </a:r>
            <a:r>
              <a:rPr lang="en-US" dirty="0"/>
              <a:t> </a:t>
            </a:r>
          </a:p>
          <a:p>
            <a:pPr lvl="1"/>
            <a:r>
              <a:rPr lang="en-US" sz="1600" dirty="0"/>
              <a:t>Retrieve faculty details, events, and schedules.</a:t>
            </a:r>
          </a:p>
          <a:p>
            <a:pPr lvl="1"/>
            <a:r>
              <a:rPr lang="en-US" sz="1600" dirty="0"/>
              <a:t>Use the chat-bot for administrative inquiries.</a:t>
            </a:r>
          </a:p>
          <a:p>
            <a:pPr lvl="1"/>
            <a:r>
              <a:rPr lang="en-US" sz="1600" dirty="0"/>
              <a:t>Admin-level access to </a:t>
            </a:r>
            <a:r>
              <a:rPr lang="en-US" sz="1600" b="1" dirty="0"/>
              <a:t>scrape and update</a:t>
            </a:r>
            <a:r>
              <a:rPr lang="en-US" sz="1600" dirty="0"/>
              <a:t> the knowledge base.</a:t>
            </a:r>
          </a:p>
          <a:p>
            <a:r>
              <a:rPr lang="en-US" b="1" dirty="0"/>
              <a:t>College Management:</a:t>
            </a:r>
            <a:r>
              <a:rPr lang="en-US" dirty="0"/>
              <a:t> </a:t>
            </a:r>
          </a:p>
          <a:p>
            <a:pPr lvl="1"/>
            <a:r>
              <a:rPr lang="en-US" sz="1600" dirty="0"/>
              <a:t>Monitor chat-bot performance and logs.</a:t>
            </a:r>
          </a:p>
          <a:p>
            <a:pPr lvl="1"/>
            <a:r>
              <a:rPr lang="en-US" sz="1600" dirty="0"/>
              <a:t>Ensure </a:t>
            </a:r>
            <a:r>
              <a:rPr lang="en-US" sz="1600" b="1" dirty="0"/>
              <a:t>data accuracy and reliability</a:t>
            </a:r>
            <a:r>
              <a:rPr lang="en-US" sz="1600" dirty="0"/>
              <a:t>.</a:t>
            </a:r>
          </a:p>
          <a:p>
            <a:r>
              <a:rPr lang="en-US" b="1" dirty="0"/>
              <a:t>📌 Their Needs (Use Cases):</a:t>
            </a:r>
          </a:p>
          <a:p>
            <a:r>
              <a:rPr lang="en-US" b="1" dirty="0"/>
              <a:t>Students' Use Cases:</a:t>
            </a:r>
            <a:endParaRPr lang="en-US" dirty="0"/>
          </a:p>
          <a:p>
            <a:pPr lvl="1"/>
            <a:r>
              <a:rPr lang="en-US" sz="1600" dirty="0"/>
              <a:t>Query about </a:t>
            </a:r>
            <a:r>
              <a:rPr lang="en-US" sz="1600" b="1" dirty="0"/>
              <a:t>admissions, courses, and schedules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Ask about </a:t>
            </a:r>
            <a:r>
              <a:rPr lang="en-US" sz="1600" b="1" dirty="0"/>
              <a:t>exam dates, results, and deadlines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Retrieve </a:t>
            </a:r>
            <a:r>
              <a:rPr lang="en-US" sz="1600" b="1" dirty="0"/>
              <a:t>event details</a:t>
            </a:r>
            <a:r>
              <a:rPr lang="en-US" sz="1600" dirty="0"/>
              <a:t> (seminars, workshops, fests).</a:t>
            </a:r>
          </a:p>
          <a:p>
            <a:pPr lvl="1"/>
            <a:r>
              <a:rPr lang="en-US" sz="1600" dirty="0"/>
              <a:t>Inquire about </a:t>
            </a:r>
            <a:r>
              <a:rPr lang="en-US" sz="1600" b="1" dirty="0"/>
              <a:t>faculty contact information</a:t>
            </a:r>
            <a:r>
              <a:rPr lang="en-US" sz="1600" dirty="0"/>
              <a:t>.</a:t>
            </a:r>
          </a:p>
          <a:p>
            <a:r>
              <a:rPr lang="en-US" b="1" dirty="0"/>
              <a:t>Faculty/Admin Use Cases:</a:t>
            </a:r>
            <a:endParaRPr lang="en-US" dirty="0"/>
          </a:p>
          <a:p>
            <a:pPr lvl="1"/>
            <a:r>
              <a:rPr lang="en-US" sz="1600" dirty="0"/>
              <a:t>Search for </a:t>
            </a:r>
            <a:r>
              <a:rPr lang="en-US" sz="1600" b="1" dirty="0"/>
              <a:t>student-related details</a:t>
            </a:r>
            <a:r>
              <a:rPr lang="en-US" sz="1600" dirty="0"/>
              <a:t> (exam schedules, attendance policies).</a:t>
            </a:r>
          </a:p>
          <a:p>
            <a:pPr lvl="1"/>
            <a:r>
              <a:rPr lang="en-US" sz="1600" dirty="0"/>
              <a:t>Access </a:t>
            </a:r>
            <a:r>
              <a:rPr lang="en-US" sz="1600" b="1" dirty="0"/>
              <a:t>staff meeting schedules</a:t>
            </a:r>
            <a:r>
              <a:rPr lang="en-US" sz="1600" dirty="0"/>
              <a:t> and college events.</a:t>
            </a:r>
          </a:p>
          <a:p>
            <a:pPr lvl="1"/>
            <a:r>
              <a:rPr lang="en-US" sz="1600" dirty="0"/>
              <a:t>Use </a:t>
            </a:r>
            <a:r>
              <a:rPr lang="en-US" sz="1600" b="1" dirty="0"/>
              <a:t>admin panel</a:t>
            </a:r>
            <a:r>
              <a:rPr lang="en-US" sz="1600" dirty="0"/>
              <a:t> to trigger data scraping.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65004" y="845951"/>
            <a:ext cx="6463876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</a:t>
            </a:r>
            <a:r>
              <a:rPr lang="en-IN" sz="1100" dirty="0"/>
              <a:t>┌───────────────────────┐  </a:t>
            </a:r>
          </a:p>
          <a:p>
            <a:r>
              <a:rPr lang="en-IN" sz="1100" dirty="0"/>
              <a:t>                             │               College Website                   |           </a:t>
            </a:r>
          </a:p>
          <a:p>
            <a:r>
              <a:rPr lang="en-IN" sz="1100" dirty="0"/>
              <a:t>                             └───────────────────────┘  </a:t>
            </a:r>
          </a:p>
          <a:p>
            <a:r>
              <a:rPr lang="en-IN" sz="1100" dirty="0"/>
              <a:t>                                                        │  </a:t>
            </a:r>
          </a:p>
          <a:p>
            <a:r>
              <a:rPr lang="en-IN" sz="1100" dirty="0"/>
              <a:t>                                                        │  </a:t>
            </a:r>
          </a:p>
          <a:p>
            <a:r>
              <a:rPr lang="en-IN" sz="1100" dirty="0"/>
              <a:t>                ┌──────────────▼───────────────┐  </a:t>
            </a:r>
          </a:p>
          <a:p>
            <a:r>
              <a:rPr lang="en-IN" sz="1100" dirty="0"/>
              <a:t>                │                            College </a:t>
            </a:r>
            <a:r>
              <a:rPr lang="en-IN" sz="1100" dirty="0" err="1"/>
              <a:t>Chatbot</a:t>
            </a:r>
            <a:r>
              <a:rPr lang="en-IN" sz="1100" dirty="0"/>
              <a:t>                         │  </a:t>
            </a:r>
          </a:p>
          <a:p>
            <a:r>
              <a:rPr lang="en-IN" sz="1100" dirty="0"/>
              <a:t>                │               (LLM-powered Virtual Assistant)            │  </a:t>
            </a:r>
          </a:p>
          <a:p>
            <a:r>
              <a:rPr lang="en-IN" sz="1100" dirty="0"/>
              <a:t>                └──────────────────────────────┘  </a:t>
            </a:r>
          </a:p>
          <a:p>
            <a:r>
              <a:rPr lang="en-IN" sz="1100" dirty="0"/>
              <a:t>                                                              │  </a:t>
            </a:r>
          </a:p>
          <a:p>
            <a:r>
              <a:rPr lang="en-IN" sz="1100" dirty="0"/>
              <a:t>                    ┌───────────────┼───────────────┐  </a:t>
            </a:r>
          </a:p>
          <a:p>
            <a:r>
              <a:rPr lang="en-IN" sz="1100" dirty="0"/>
              <a:t>                 │                                          │                                     │  </a:t>
            </a:r>
          </a:p>
          <a:p>
            <a:r>
              <a:rPr lang="en-IN" sz="1100" dirty="0"/>
              <a:t>        ┌─────▼─────┐   ┌─────▼─────┐   ┌─────▼─────┐  </a:t>
            </a:r>
          </a:p>
          <a:p>
            <a:r>
              <a:rPr lang="en-IN" sz="1100" dirty="0"/>
              <a:t>        │      Students               │          Faculty         |   │         Admin           │  </a:t>
            </a:r>
          </a:p>
          <a:p>
            <a:r>
              <a:rPr lang="en-IN" sz="1100" dirty="0"/>
              <a:t>        └─────────── ┘   └─────────── ┘   └───────────┘  </a:t>
            </a:r>
          </a:p>
          <a:p>
            <a:r>
              <a:rPr lang="en-IN" sz="1100" dirty="0"/>
              <a:t>                          │                                    |                                     |</a:t>
            </a:r>
          </a:p>
          <a:p>
            <a:r>
              <a:rPr lang="en-IN" sz="1100" dirty="0"/>
              <a:t>       ┌──────▼──────┐   ┌────▼─────┐   ┌─────▼─────┐  </a:t>
            </a:r>
          </a:p>
          <a:p>
            <a:r>
              <a:rPr lang="en-IN" sz="1100" dirty="0"/>
              <a:t>       │ Queries for                         Admin                                   Data        </a:t>
            </a:r>
          </a:p>
          <a:p>
            <a:r>
              <a:rPr lang="en-IN" sz="1100" dirty="0"/>
              <a:t>       │ courses,                              Queries                              Scraping     </a:t>
            </a:r>
          </a:p>
          <a:p>
            <a:r>
              <a:rPr lang="en-IN" sz="1100" dirty="0"/>
              <a:t>       │ events, </a:t>
            </a:r>
            <a:r>
              <a:rPr lang="en-IN" sz="1100" dirty="0" err="1"/>
              <a:t>etc</a:t>
            </a:r>
            <a:r>
              <a:rPr lang="en-IN" sz="1100" dirty="0"/>
              <a:t>                           &amp; Updates                         Trigger    </a:t>
            </a:r>
          </a:p>
          <a:p>
            <a:r>
              <a:rPr lang="en-IN" sz="1100" dirty="0"/>
              <a:t>       └─────────────┘   └────────── ┘   </a:t>
            </a:r>
            <a:r>
              <a:rPr lang="en-IN" dirty="0"/>
              <a:t>└───────┘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1582398" y="3821819"/>
            <a:ext cx="0" cy="461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8787865" y="3821819"/>
            <a:ext cx="9626" cy="66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0077651" y="3821819"/>
            <a:ext cx="38501" cy="6250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0304663" y="3821819"/>
            <a:ext cx="0" cy="5769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8961120" y="3821819"/>
            <a:ext cx="19251" cy="7694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63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9F80-F453-A0C9-DB74-A74C76E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F1F71-E7CA-1E78-DFFE-0CE48650C176}"/>
              </a:ext>
            </a:extLst>
          </p:cNvPr>
          <p:cNvSpPr txBox="1"/>
          <p:nvPr/>
        </p:nvSpPr>
        <p:spPr>
          <a:xfrm>
            <a:off x="1035344" y="0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984" y="425470"/>
            <a:ext cx="35976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i="1" u="sng" dirty="0"/>
              <a:t>Class diagram</a:t>
            </a:r>
            <a:endParaRPr lang="en-IN" sz="1600" b="1" i="1" u="sng" dirty="0"/>
          </a:p>
          <a:p>
            <a:endParaRPr lang="en-IN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393" y="5427301"/>
            <a:ext cx="3516053" cy="13548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393" y="3798001"/>
            <a:ext cx="3880015" cy="15207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393" y="2130582"/>
            <a:ext cx="3880015" cy="15182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403" y="476202"/>
            <a:ext cx="3560043" cy="15458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7C71CC-E359-9801-EE46-6751409A34B4}"/>
              </a:ext>
            </a:extLst>
          </p:cNvPr>
          <p:cNvSpPr txBox="1"/>
          <p:nvPr/>
        </p:nvSpPr>
        <p:spPr>
          <a:xfrm>
            <a:off x="7887070" y="0"/>
            <a:ext cx="3946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Database design (tables):</a:t>
            </a:r>
            <a:endParaRPr lang="en-IN" b="1" i="1" u="sng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192D02-25CE-6869-885C-A9005BD0A1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494" y="808163"/>
            <a:ext cx="7624212" cy="502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</a:p>
        </p:txBody>
      </p:sp>
      <p:pic>
        <p:nvPicPr>
          <p:cNvPr id="5" name="Picture 4" descr="A close-up of a website&#10;&#10;AI-generated content may be incorrect.">
            <a:extLst>
              <a:ext uri="{FF2B5EF4-FFF2-40B4-BE49-F238E27FC236}">
                <a16:creationId xmlns:a16="http://schemas.microsoft.com/office/drawing/2014/main" id="{770C3DE7-A1A8-096C-FC5A-65C49E627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03" t="14927"/>
          <a:stretch/>
        </p:blipFill>
        <p:spPr>
          <a:xfrm>
            <a:off x="78659" y="845951"/>
            <a:ext cx="4601496" cy="441468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5F5F9A-EF17-D6A6-4EF8-212821AE2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49" t="12380" r="278" b="-496"/>
          <a:stretch/>
        </p:blipFill>
        <p:spPr>
          <a:xfrm>
            <a:off x="4385187" y="553563"/>
            <a:ext cx="2546555" cy="356911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F1A168-B530-0F2A-F5BF-8C684121E8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560" y="442452"/>
            <a:ext cx="4847303" cy="462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35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1280-C949-031A-6FDE-067206D2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2FD9E-27D6-1D00-9DC3-ECE1FC7A5D0D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EXPECTED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C84FF-E795-E669-D7A2-E8F984B1FA05}"/>
              </a:ext>
            </a:extLst>
          </p:cNvPr>
          <p:cNvSpPr txBox="1"/>
          <p:nvPr/>
        </p:nvSpPr>
        <p:spPr>
          <a:xfrm>
            <a:off x="1042988" y="65291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7640D8-64C8-1B19-A889-81381AEFD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090777"/>
              </p:ext>
            </p:extLst>
          </p:nvPr>
        </p:nvGraphicFramePr>
        <p:xfrm>
          <a:off x="1042988" y="1136665"/>
          <a:ext cx="8128000" cy="40030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2155621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873588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518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Upcoming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28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Detailed information of clubs with social media handles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✅completed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98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Location Assistance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486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Website Directing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40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Using NLP </a:t>
                      </a:r>
                      <a:r>
                        <a:rPr lang="en-IN" dirty="0"/>
                        <a:t>for  user-friendly convo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044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Realtime syncing of user data using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49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Fetching and </a:t>
                      </a:r>
                      <a:r>
                        <a:rPr lang="en-IN" dirty="0" err="1"/>
                        <a:t>Sumarizing</a:t>
                      </a:r>
                      <a:r>
                        <a:rPr lang="en-IN" dirty="0"/>
                        <a:t> key information like 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✅completed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417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428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Voice assistance(speech-to-text)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✅completed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636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543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E8147-357D-7FED-7729-847B9FCECC3E}"/>
              </a:ext>
            </a:extLst>
          </p:cNvPr>
          <p:cNvSpPr txBox="1"/>
          <p:nvPr/>
        </p:nvSpPr>
        <p:spPr>
          <a:xfrm>
            <a:off x="4635910" y="2721114"/>
            <a:ext cx="2920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78978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01568C3-4D28-453E-9B81-6B60CE144C99}"/>
              </a:ext>
            </a:extLst>
          </p:cNvPr>
          <p:cNvSpPr/>
          <p:nvPr/>
        </p:nvSpPr>
        <p:spPr>
          <a:xfrm>
            <a:off x="4085767" y="192776"/>
            <a:ext cx="2225040" cy="103632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Frontend</a:t>
            </a:r>
          </a:p>
          <a:p>
            <a:pPr algn="ctr"/>
            <a:r>
              <a:rPr lang="en-US" dirty="0"/>
              <a:t>(User Input)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632E95-E32A-89A9-CB61-2701CB0F13A7}"/>
              </a:ext>
            </a:extLst>
          </p:cNvPr>
          <p:cNvSpPr/>
          <p:nvPr/>
        </p:nvSpPr>
        <p:spPr>
          <a:xfrm>
            <a:off x="5956867" y="4763848"/>
            <a:ext cx="1867090" cy="132709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Gemini API</a:t>
            </a:r>
          </a:p>
          <a:p>
            <a:pPr algn="ctr"/>
            <a:r>
              <a:rPr lang="en-US" dirty="0"/>
              <a:t>(LLM model)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09040C-15F0-5194-19F8-59F4143459EE}"/>
              </a:ext>
            </a:extLst>
          </p:cNvPr>
          <p:cNvSpPr/>
          <p:nvPr/>
        </p:nvSpPr>
        <p:spPr>
          <a:xfrm>
            <a:off x="4421030" y="1628532"/>
            <a:ext cx="2112088" cy="12637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Backend</a:t>
            </a:r>
          </a:p>
          <a:p>
            <a:pPr algn="ctr"/>
            <a:r>
              <a:rPr lang="en-US" dirty="0"/>
              <a:t>(Flask)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40B96E-CB24-08B5-4810-688674147A1A}"/>
              </a:ext>
            </a:extLst>
          </p:cNvPr>
          <p:cNvSpPr/>
          <p:nvPr/>
        </p:nvSpPr>
        <p:spPr>
          <a:xfrm>
            <a:off x="3098787" y="4763848"/>
            <a:ext cx="1973959" cy="126371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FAISS</a:t>
            </a:r>
          </a:p>
          <a:p>
            <a:pPr algn="ctr"/>
            <a:r>
              <a:rPr lang="en-US" dirty="0"/>
              <a:t>(Vector </a:t>
            </a:r>
            <a:r>
              <a:rPr lang="en-US" dirty="0" err="1"/>
              <a:t>Search+Embeddings</a:t>
            </a:r>
            <a:r>
              <a:rPr lang="en-US" dirty="0"/>
              <a:t>)</a:t>
            </a:r>
            <a:endParaRPr lang="en-I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C68525-D72F-32EB-9B99-A7856259AD0C}"/>
              </a:ext>
            </a:extLst>
          </p:cNvPr>
          <p:cNvCxnSpPr>
            <a:stCxn id="2" idx="6"/>
          </p:cNvCxnSpPr>
          <p:nvPr/>
        </p:nvCxnSpPr>
        <p:spPr>
          <a:xfrm>
            <a:off x="6310807" y="710936"/>
            <a:ext cx="9349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F6C442-09E2-C448-6E0D-E73E5317CE3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533118" y="2260387"/>
            <a:ext cx="7145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2336A9-BC60-0307-E49D-2DB26658D9BF}"/>
              </a:ext>
            </a:extLst>
          </p:cNvPr>
          <p:cNvCxnSpPr>
            <a:cxnSpLocks/>
          </p:cNvCxnSpPr>
          <p:nvPr/>
        </p:nvCxnSpPr>
        <p:spPr>
          <a:xfrm>
            <a:off x="7227078" y="710936"/>
            <a:ext cx="0" cy="1528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623770-D0FB-A3E5-CCBD-46734728D5E0}"/>
              </a:ext>
            </a:extLst>
          </p:cNvPr>
          <p:cNvCxnSpPr/>
          <p:nvPr/>
        </p:nvCxnSpPr>
        <p:spPr>
          <a:xfrm>
            <a:off x="5509549" y="2892242"/>
            <a:ext cx="0" cy="509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B45D0C7-1019-6498-6776-F9B91CB15BB3}"/>
              </a:ext>
            </a:extLst>
          </p:cNvPr>
          <p:cNvCxnSpPr>
            <a:cxnSpLocks/>
          </p:cNvCxnSpPr>
          <p:nvPr/>
        </p:nvCxnSpPr>
        <p:spPr>
          <a:xfrm>
            <a:off x="4153780" y="4220628"/>
            <a:ext cx="28705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row: Down 41">
            <a:extLst>
              <a:ext uri="{FF2B5EF4-FFF2-40B4-BE49-F238E27FC236}">
                <a16:creationId xmlns:a16="http://schemas.microsoft.com/office/drawing/2014/main" id="{D95935D0-0822-FB84-93E6-44DE47AE07AA}"/>
              </a:ext>
            </a:extLst>
          </p:cNvPr>
          <p:cNvSpPr/>
          <p:nvPr/>
        </p:nvSpPr>
        <p:spPr>
          <a:xfrm>
            <a:off x="3966755" y="4239660"/>
            <a:ext cx="374049" cy="584502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8ACD8AA5-DAB4-6A55-8449-8E527A4DC430}"/>
              </a:ext>
            </a:extLst>
          </p:cNvPr>
          <p:cNvSpPr/>
          <p:nvPr/>
        </p:nvSpPr>
        <p:spPr>
          <a:xfrm>
            <a:off x="6260176" y="4144372"/>
            <a:ext cx="374049" cy="584502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48563A-58E0-0B43-68C4-6C6CEA054281}"/>
              </a:ext>
            </a:extLst>
          </p:cNvPr>
          <p:cNvSpPr txBox="1"/>
          <p:nvPr/>
        </p:nvSpPr>
        <p:spPr>
          <a:xfrm>
            <a:off x="3196818" y="3851296"/>
            <a:ext cx="2523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(Keyword Search)</a:t>
            </a:r>
            <a:endParaRPr lang="en-IN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1BBF48-B0E7-A9D4-01F0-AFCDC4808EA8}"/>
              </a:ext>
            </a:extLst>
          </p:cNvPr>
          <p:cNvSpPr/>
          <p:nvPr/>
        </p:nvSpPr>
        <p:spPr>
          <a:xfrm>
            <a:off x="8535847" y="597241"/>
            <a:ext cx="2112088" cy="126371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Scraped DATA</a:t>
            </a:r>
          </a:p>
          <a:p>
            <a:pPr algn="ctr"/>
            <a:r>
              <a:rPr lang="en-US" dirty="0"/>
              <a:t>(Beautiful Soup)</a:t>
            </a:r>
            <a:endParaRPr lang="en-IN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4B78B51-601C-1AD0-D042-A4BAA1759638}"/>
              </a:ext>
            </a:extLst>
          </p:cNvPr>
          <p:cNvSpPr/>
          <p:nvPr/>
        </p:nvSpPr>
        <p:spPr>
          <a:xfrm>
            <a:off x="9082958" y="5628904"/>
            <a:ext cx="2112088" cy="126371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Generated Response</a:t>
            </a:r>
            <a:endParaRPr lang="en-IN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9E514CA-1E37-731E-11FC-D9918C603EDB}"/>
              </a:ext>
            </a:extLst>
          </p:cNvPr>
          <p:cNvCxnSpPr>
            <a:cxnSpLocks/>
          </p:cNvCxnSpPr>
          <p:nvPr/>
        </p:nvCxnSpPr>
        <p:spPr>
          <a:xfrm>
            <a:off x="5198287" y="6729637"/>
            <a:ext cx="38846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95462D2-0E38-9996-66BF-5A897212975C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6408988" y="3250432"/>
            <a:ext cx="1742750" cy="354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3B467AB-0BB2-9D7C-A109-6EDAAD32B4D2}"/>
              </a:ext>
            </a:extLst>
          </p:cNvPr>
          <p:cNvSpPr/>
          <p:nvPr/>
        </p:nvSpPr>
        <p:spPr>
          <a:xfrm>
            <a:off x="4626405" y="3278351"/>
            <a:ext cx="1782583" cy="6524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Query Processing</a:t>
            </a:r>
            <a:endParaRPr lang="en-IN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CE438A6-3970-C890-9B94-73C40590FCB9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5517697" y="3930782"/>
            <a:ext cx="40080" cy="289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C1A3395-BCF8-21D7-4969-51FA43566FA1}"/>
              </a:ext>
            </a:extLst>
          </p:cNvPr>
          <p:cNvCxnSpPr>
            <a:cxnSpLocks/>
          </p:cNvCxnSpPr>
          <p:nvPr/>
        </p:nvCxnSpPr>
        <p:spPr>
          <a:xfrm>
            <a:off x="3926127" y="6413531"/>
            <a:ext cx="20586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8E5A61E-81D2-8CCC-CD6D-F1A5C95FB71A}"/>
              </a:ext>
            </a:extLst>
          </p:cNvPr>
          <p:cNvCxnSpPr>
            <a:cxnSpLocks/>
          </p:cNvCxnSpPr>
          <p:nvPr/>
        </p:nvCxnSpPr>
        <p:spPr>
          <a:xfrm>
            <a:off x="3966755" y="6027558"/>
            <a:ext cx="0" cy="385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9813A61-6B43-4E40-3EF5-EA37469D5B33}"/>
              </a:ext>
            </a:extLst>
          </p:cNvPr>
          <p:cNvCxnSpPr>
            <a:cxnSpLocks/>
          </p:cNvCxnSpPr>
          <p:nvPr/>
        </p:nvCxnSpPr>
        <p:spPr>
          <a:xfrm flipH="1">
            <a:off x="5517696" y="3806308"/>
            <a:ext cx="20041" cy="414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31FDBE6-0B06-2AA1-6B0F-5199DDBFFC3E}"/>
              </a:ext>
            </a:extLst>
          </p:cNvPr>
          <p:cNvCxnSpPr/>
          <p:nvPr/>
        </p:nvCxnSpPr>
        <p:spPr>
          <a:xfrm>
            <a:off x="5984784" y="5940974"/>
            <a:ext cx="0" cy="509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D9394A0-857D-2FBB-A785-400F9069AD5B}"/>
              </a:ext>
            </a:extLst>
          </p:cNvPr>
          <p:cNvCxnSpPr/>
          <p:nvPr/>
        </p:nvCxnSpPr>
        <p:spPr>
          <a:xfrm>
            <a:off x="5198287" y="6220544"/>
            <a:ext cx="0" cy="509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C39D7D3A-2DF0-AE43-EA2C-7FE8CBE108BF}"/>
              </a:ext>
            </a:extLst>
          </p:cNvPr>
          <p:cNvSpPr/>
          <p:nvPr/>
        </p:nvSpPr>
        <p:spPr>
          <a:xfrm>
            <a:off x="8191571" y="2467748"/>
            <a:ext cx="2112088" cy="126371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Base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Supabase</a:t>
            </a:r>
            <a:r>
              <a:rPr lang="en-US" dirty="0"/>
              <a:t>)</a:t>
            </a:r>
            <a:endParaRPr lang="en-IN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7404A44-3251-B374-761C-724497DD980D}"/>
              </a:ext>
            </a:extLst>
          </p:cNvPr>
          <p:cNvCxnSpPr/>
          <p:nvPr/>
        </p:nvCxnSpPr>
        <p:spPr>
          <a:xfrm>
            <a:off x="9247615" y="1860951"/>
            <a:ext cx="0" cy="509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75326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3613</TotalTime>
  <Words>607</Words>
  <Application>Microsoft Office PowerPoint</Application>
  <PresentationFormat>Widescreen</PresentationFormat>
  <Paragraphs>118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Asha Sheldon</dc:creator>
  <cp:lastModifiedBy>hiral jain</cp:lastModifiedBy>
  <cp:revision>42</cp:revision>
  <dcterms:created xsi:type="dcterms:W3CDTF">2024-06-11T09:24:19Z</dcterms:created>
  <dcterms:modified xsi:type="dcterms:W3CDTF">2025-05-31T02:42:28Z</dcterms:modified>
</cp:coreProperties>
</file>